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4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9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40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5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5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8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1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88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55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2014-2017salesdashboard.shinyapps.io/superstore_dashboard11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DA577-0498-800C-4C19-7B44EBFE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23" b="612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02826-02C2-DA53-774C-F0F9C00DB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IN" b="1">
                <a:solidFill>
                  <a:srgbClr val="FFFFFF"/>
                </a:solidFill>
              </a:rPr>
              <a:t>Superstore Executive Dashboard</a:t>
            </a:r>
            <a:br>
              <a:rPr lang="en-IN" b="1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E7569-0587-53D1-F6C9-74598BB71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GB" dirty="0">
                <a:solidFill>
                  <a:srgbClr val="FFFFFF"/>
                </a:solidFill>
              </a:rPr>
              <a:t>Santhosh Kumar Alaparthi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9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9AF2-E3DF-EBB8-155E-4148AE0E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C1F0F-1E87-EE0D-1701-078D1480C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138" y="2145490"/>
            <a:ext cx="5870161" cy="3514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7C677-22A1-96B4-73F4-E1C009ED0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042" y="2094167"/>
            <a:ext cx="2748227" cy="891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A6D5AD-356E-CF19-CF07-17EBE417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043" y="3553702"/>
            <a:ext cx="2858759" cy="51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F62BC0-2488-E7F4-ED20-76B222064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371" y="4722350"/>
            <a:ext cx="3817951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6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063C-C319-2DD6-6744-CFBFF38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689306"/>
          </a:xfrm>
        </p:spPr>
        <p:txBody>
          <a:bodyPr>
            <a:normAutofit fontScale="90000"/>
          </a:bodyPr>
          <a:lstStyle/>
          <a:p>
            <a:r>
              <a:rPr lang="en-GB" dirty="0"/>
              <a:t>EDA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A0A78-7449-A8DA-BCB0-EFC161E70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067" y="2060907"/>
            <a:ext cx="3640225" cy="2460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B5327-3C82-3147-4E62-9BA946EE4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45" y="2060907"/>
            <a:ext cx="4272666" cy="2460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F9BFD-95DA-C662-5C86-96A3CE922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269" y="2060907"/>
            <a:ext cx="4474665" cy="2581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3818FB-D411-3732-F13F-96FDF34D2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43" y="4642338"/>
            <a:ext cx="4572959" cy="20512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CA09E4-B167-9D89-990D-7A47D221C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621" y="4572846"/>
            <a:ext cx="3957058" cy="21901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2DF11E-75D1-CEE7-84FB-C130180536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710" y="4642338"/>
            <a:ext cx="3640225" cy="21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6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2AB8-E89B-20B4-3998-772AC1BF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BF762-A814-9B3F-EA74-149D9E245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https://2014-2017salesdashboard.shinyapps.io/superstore_dashboard11/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13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92AD-F784-B42D-95A3-E1AF2F4E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9D38-5D46-C5F4-9144-AAB4B7EC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76272"/>
            <a:ext cx="10890928" cy="4023360"/>
          </a:xfrm>
        </p:spPr>
        <p:txBody>
          <a:bodyPr>
            <a:norm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Structure &amp; Navigation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divided into focused sections (Geography, Product Mix, Financials, Time Trends), making it easy to explore different aspects of the data.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Appropriate Visualisations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such as bar charts, line charts, and scatter plots are selected based on the type of data, improving clarity and understanding.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dynamically filter data by year, region, category, and state, enabling customised analysis.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Analysis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multiple perspectives including sales, profit, products, and trends in a single application.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layout and clear visuals allow even non-technical users to interpret the data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55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63E9-E74F-437A-9549-C094FFBF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74466-D658-7172-1E16-6E19DE3BA0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763" y="3411726"/>
            <a:ext cx="91791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Analytics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focuses mainly on descriptive analysis and does not include predictive or forecasting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Limitations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larger datasets, the application may experience slower response times.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Dataset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is not updated in real-time, which limits its use for live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62665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092A-B9B1-35A7-96BC-7726520D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95A59A-3769-66E7-E69F-E872D0E357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3262390"/>
            <a:ext cx="110185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Predictive Analytics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machine learning models to forecast sales and profit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dashboard to live databases for up-to-date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Interactivity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create custom views and advanced drill-down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speed and scalability for handling larger datasets. </a:t>
            </a:r>
          </a:p>
        </p:txBody>
      </p:sp>
    </p:spTree>
    <p:extLst>
      <p:ext uri="{BB962C8B-B14F-4D97-AF65-F5344CB8AC3E}">
        <p14:creationId xmlns:p14="http://schemas.microsoft.com/office/powerpoint/2010/main" val="298785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40AA-E821-531A-8611-AC24BFF8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8C88B-526E-C9F4-51D4-C109C1160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</a:p>
          <a:p>
            <a:pPr marL="0" indent="0">
              <a:buNone/>
            </a:pPr>
            <a:r>
              <a:rPr lang="en-GB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46777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263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Grandview Display</vt:lpstr>
      <vt:lpstr>Times New Roman</vt:lpstr>
      <vt:lpstr>DashVTI</vt:lpstr>
      <vt:lpstr>Superstore Executive Dashboard </vt:lpstr>
      <vt:lpstr>PREPROCESSING</vt:lpstr>
      <vt:lpstr>EDA </vt:lpstr>
      <vt:lpstr>APPLICATION</vt:lpstr>
      <vt:lpstr>ADVANTAGES</vt:lpstr>
      <vt:lpstr>IMPROVEMENTS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 Alaparthi</dc:creator>
  <cp:lastModifiedBy>Santhosh Kumar Alaparthi</cp:lastModifiedBy>
  <cp:revision>1</cp:revision>
  <dcterms:created xsi:type="dcterms:W3CDTF">2026-05-03T21:14:31Z</dcterms:created>
  <dcterms:modified xsi:type="dcterms:W3CDTF">2026-05-03T21:55:00Z</dcterms:modified>
</cp:coreProperties>
</file>